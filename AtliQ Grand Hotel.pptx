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44" d="100"/>
          <a:sy n="44" d="100"/>
        </p:scale>
        <p:origin x="509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bi Mariyam" userId="0a0ce32db678f8bf" providerId="LiveId" clId="{E673B7F1-D056-4CCA-9A92-84EBD5BC4EC8}"/>
    <pc:docChg chg="delSld">
      <pc:chgData name="Jibi Mariyam" userId="0a0ce32db678f8bf" providerId="LiveId" clId="{E673B7F1-D056-4CCA-9A92-84EBD5BC4EC8}" dt="2025-04-30T10:55:14.608" v="0" actId="2696"/>
      <pc:docMkLst>
        <pc:docMk/>
      </pc:docMkLst>
      <pc:sldChg chg="del">
        <pc:chgData name="Jibi Mariyam" userId="0a0ce32db678f8bf" providerId="LiveId" clId="{E673B7F1-D056-4CCA-9A92-84EBD5BC4EC8}" dt="2025-04-30T10:55:14.608" v="0" actId="2696"/>
        <pc:sldMkLst>
          <pc:docMk/>
          <pc:sldMk cId="7630729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FBCC6-C918-42DC-BBB5-C0BE7710B9E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822C9-2BF8-44E2-98F9-C51306A92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041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Filter By City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Room Type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Month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Week no.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Booking Status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Booking Platform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 By Category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Booking %by Platform 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 By Occupancy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 By City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areaChart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Average Rating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Occupancy %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Booking% By Day Type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Occupancy% By Day Type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Booking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Cancelled Booking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City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Room Type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Week no.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Occupancy%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donutChart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DSRN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RevPAR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Realisation%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Trend by key metrics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lineStackedColumnComboChart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Filter By City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Room Type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Month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Week no.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Booking Status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Filter By Booking Platform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Property By Key Metrics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Booking %by Room class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39bf02f-3be2-4869-a2ac-fcc5e73e827c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39bf02f-3be2-4869-a2ac-fcc5e73e827c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39bf02f-3be2-4869-a2ac-fcc5e73e827c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39bf02f-3be2-4869-a2ac-fcc5e73e827c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39bf02f-3be2-4869-a2ac-fcc5e73e827c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image ,image ,image ,textbox ,textbox ,textbox ,textbox ,image ,textbox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 ,image ,image ,image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Filter By City ,Filter By Room Type ,Filter By Month ,Filter By Week no. ,textbox ,Filter By Booking Status ,Filter By Booking Platform ,image ,Revenue By Category ,Booking %by Platform  ,Revenue By Occupancy ,Revenue By City ,areaChart ,Average Rating ,Occupancy % ,Revenue ,Booking% By Day Type ,Occupancy% By Day Type ,Total Booking ,Cancelled Booking ,image ,image ,image ,shape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Occupancy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 ,Filter By City ,Filter By Room Type ,slicer ,Filter By Week no. ,Revenue ,Occupancy% ,Revenue ,donutChart ,Revenue ,DSRN ,Revenue ,ADR ,Revenue ,RevPAR ,Realisation% ,Revenue ,Revenue ,Trend by key metrics ,tableEx ,lineStackedColumnComboChart ,textbox ,image ,image ,image ,image ,image ,shap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Filter By City ,Filter By Room Type ,Filter By Month ,Filter By Week no. ,textbox ,Filter By Booking Status ,Filter By Booking Platform ,image ,Property By Key Metrics ,Booking %by Room class ,clusteredColumnChart ,image ,image ,image ,image ,shap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508</Words>
  <Application>Microsoft Office PowerPoint</Application>
  <PresentationFormat>Widescreen</PresentationFormat>
  <Paragraphs>252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Custom Design</vt:lpstr>
      <vt:lpstr>Home Page</vt:lpstr>
      <vt:lpstr>Problem Statement</vt:lpstr>
      <vt:lpstr>Revenue &amp; Occupancy View</vt:lpstr>
      <vt:lpstr>Executive View</vt:lpstr>
      <vt:lpstr>Property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Jibi Mariyam</cp:lastModifiedBy>
  <cp:revision>4</cp:revision>
  <dcterms:created xsi:type="dcterms:W3CDTF">2016-09-04T11:54:55Z</dcterms:created>
  <dcterms:modified xsi:type="dcterms:W3CDTF">2025-04-30T10:55:16Z</dcterms:modified>
</cp:coreProperties>
</file>